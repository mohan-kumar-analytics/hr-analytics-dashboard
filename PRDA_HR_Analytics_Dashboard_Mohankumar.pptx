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>
        <p:scale>
          <a:sx n="75" d="100"/>
          <a:sy n="75" d="100"/>
        </p:scale>
        <p:origin x="4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38E22-232F-2C4D-A372-40FE8B796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C90AB-498E-44EB-7111-D3AF0B7F7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4804E-99B7-5386-89F2-90E39AF3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6B05F-215B-49A9-97B1-683C058B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50316-32D2-CD5E-B0D5-35087C1F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7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51C6-BCF9-FB05-4915-724EEEB2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86139-3347-BE39-0B83-01D8E17E3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6364B-D509-9CD8-8CDE-BA5EF398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ADD8A-E126-5BB6-49D7-E17FA759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339F5-E777-B93E-DEE4-85FE9447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2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13C0-EA26-2E0C-8A5F-F94512BA0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4E18F-9D11-F209-AD7F-6C6607EF3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EF5A4-30C6-8747-8654-F0C8C5AC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BE657-DDB4-ACB9-F666-370D2F21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DA81F-95D9-7874-E1A8-7B15DB75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9111-4E43-03F1-6253-97D48B06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6E4CD-5397-6B3F-D6D8-12E1E7357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9A26-2D35-7EBA-7E91-2ED2FBFF6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A22DB-AE6A-CD8D-A36E-5C2396A2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9B71F-FC8D-F485-6442-BE684BA6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F1B99-8E84-A9C6-5B1C-7ECC5015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6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118B-D059-7A2D-40DF-1E716E8D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3F5DE-A4B9-B0F7-91C9-A440B0860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2C329-1510-C6F7-0671-9B69033FC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0C914-0A77-4511-5C81-4F4616311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BC4108-55DB-1D25-66B6-9E6D4AD1F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A5B9A-208B-A859-44DB-47F5F76C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F0A42-D6FA-6E31-CD54-95A46184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0DAB7-9DF8-09FA-5DBE-55D56BCC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9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9B9C-423C-7381-7FB8-963B518C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E5FF3-9872-DEC8-9363-88D77E38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BAB13-3431-6FFD-9BD4-4E4118F8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83245-39F4-DFAF-C949-3D955DD6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9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8F8FA-5FE6-BA66-8394-FCE98CEE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E09519-EDC6-5C9D-4D57-D33CC0209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EC374-B80E-F465-A07C-4B11B6F99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5214-BE08-DF73-84C8-57F63B48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4291D-2ACB-80A1-5F82-733B6A305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D7C71-405D-F2DF-80E6-E57131306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ED4AF-A9E2-6EA9-FFF2-6CAF26D2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89711-1267-4926-597E-F8A6A252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3E2D7-24D0-4073-F9A2-1E9B1428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5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E821-3A6D-F44D-0748-AA81296FE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1787D-F50E-6F40-C67C-4DB2E0D2C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8C876-8034-9492-50F5-09BF6D76D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4E6C3-3579-88DE-CD87-A644EE57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65ABF-1360-2EB0-9667-52FC0F575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C0791-CFAA-93F7-D237-F4C86414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9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CF2C-E263-121A-87D8-F2F8E167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6A258-8BEC-B240-E6BD-35B4D97E7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58167-8DCA-3118-E48B-CD8BF6297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66471-B933-452F-AE90-72FCA027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7087-F6F1-0977-B565-845C3D3F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2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D8077F-D0C8-D3D5-DDAA-7D38D4941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F796B-CF7D-C42D-9D50-9C0CE4855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1AF8C-3E06-8E03-D86C-17CD61C4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EB37A-C7DF-7BEF-1ED4-D088D366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CEF62-0687-F983-AB98-E4284CB0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3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470B1-3979-DBEB-A391-06D3688E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1A6EF-984D-38FF-0DBA-894EF08D6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0F2DA-411C-1559-B79A-CF6BEAE7B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60AB8-8AD9-45AE-9539-0D35010231A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A8827-2670-33EB-2FAC-062AE7ACE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78B0F-407F-F538-A048-EFFEE8C60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68BF5-EA5A-4F57-9118-6DA691E20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8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F0B4-5304-F440-247F-088952E3E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5001"/>
            <a:ext cx="9144000" cy="1485899"/>
          </a:xfrm>
        </p:spPr>
        <p:txBody>
          <a:bodyPr>
            <a:normAutofit/>
          </a:bodyPr>
          <a:lstStyle/>
          <a:p>
            <a:r>
              <a:rPr lang="en-US" sz="4800" b="1" spc="-9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HR Analytics Dashboard</a:t>
            </a:r>
            <a:endParaRPr lang="en-US" sz="4800" b="1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9757F-52CE-FB51-0D05-342E76E1A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6800"/>
            <a:ext cx="9144000" cy="4127500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chemeClr val="accent1"/>
                </a:solidFill>
              </a:rPr>
              <a:t>Workforce Analysis &amp; Insights</a:t>
            </a:r>
          </a:p>
          <a:p>
            <a:r>
              <a:rPr lang="en-US" sz="3200" dirty="0"/>
              <a:t>PRDA-03 HR Analytics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en-US" sz="4300" dirty="0">
                <a:cs typeface="Calibri"/>
              </a:rPr>
              <a:t>Batch</a:t>
            </a:r>
            <a:r>
              <a:rPr lang="en-US" sz="4300" spc="25" dirty="0">
                <a:cs typeface="Calibri"/>
              </a:rPr>
              <a:t> </a:t>
            </a:r>
            <a:r>
              <a:rPr lang="en-US" sz="4300" dirty="0">
                <a:cs typeface="Calibri"/>
              </a:rPr>
              <a:t>ID</a:t>
            </a:r>
            <a:r>
              <a:rPr lang="en-US" sz="4300" spc="55" dirty="0">
                <a:cs typeface="Calibri"/>
              </a:rPr>
              <a:t> </a:t>
            </a:r>
            <a:r>
              <a:rPr lang="en-US" sz="4300" spc="-40" dirty="0">
                <a:cs typeface="Calibri"/>
              </a:rPr>
              <a:t>PTID-</a:t>
            </a:r>
            <a:r>
              <a:rPr lang="en-US" sz="4300" spc="-35" dirty="0">
                <a:cs typeface="Calibri"/>
              </a:rPr>
              <a:t>CDA-JAN-</a:t>
            </a:r>
            <a:r>
              <a:rPr lang="en-US" sz="4300" spc="-20" dirty="0">
                <a:cs typeface="Calibri"/>
              </a:rPr>
              <a:t>26-1213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en-US" sz="4300" spc="-10" dirty="0">
                <a:cs typeface="Calibri"/>
              </a:rPr>
              <a:t>Submitted</a:t>
            </a:r>
            <a:r>
              <a:rPr lang="en-US" sz="4300" spc="-50" dirty="0">
                <a:cs typeface="Calibri"/>
              </a:rPr>
              <a:t> </a:t>
            </a:r>
            <a:r>
              <a:rPr lang="en-US" sz="4300" spc="-25" dirty="0">
                <a:cs typeface="Calibri"/>
              </a:rPr>
              <a:t>by:</a:t>
            </a:r>
            <a:endParaRPr lang="en-US" sz="4300" dirty="0">
              <a:cs typeface="Calibri"/>
            </a:endParaRPr>
          </a:p>
          <a:p>
            <a:pPr marL="925830" marR="709295">
              <a:lnSpc>
                <a:spcPts val="3600"/>
              </a:lnSpc>
              <a:spcBef>
                <a:spcPts val="240"/>
              </a:spcBef>
            </a:pPr>
            <a:r>
              <a:rPr lang="en-US" sz="4300" b="1" dirty="0">
                <a:cs typeface="Calibri"/>
              </a:rPr>
              <a:t>Mohan</a:t>
            </a:r>
            <a:r>
              <a:rPr lang="en-US" sz="4300" b="1" spc="-100" dirty="0">
                <a:cs typeface="Calibri"/>
              </a:rPr>
              <a:t> </a:t>
            </a:r>
            <a:r>
              <a:rPr lang="en-US" sz="4300" b="1" dirty="0">
                <a:cs typeface="Calibri"/>
              </a:rPr>
              <a:t>Kumar S  </a:t>
            </a:r>
          </a:p>
          <a:p>
            <a:pPr marL="925830" marR="709295">
              <a:lnSpc>
                <a:spcPts val="3600"/>
              </a:lnSpc>
              <a:spcBef>
                <a:spcPts val="240"/>
              </a:spcBef>
            </a:pPr>
            <a:r>
              <a:rPr lang="en-US" sz="4300" dirty="0">
                <a:cs typeface="Calibri"/>
              </a:rPr>
              <a:t>Project Submission – June 2026</a:t>
            </a:r>
          </a:p>
          <a:p>
            <a:pPr marL="925830" marR="709295">
              <a:lnSpc>
                <a:spcPts val="3600"/>
              </a:lnSpc>
              <a:spcBef>
                <a:spcPts val="240"/>
              </a:spcBef>
            </a:pPr>
            <a:endParaRPr lang="en-US" sz="4300" dirty="0">
              <a:cs typeface="Calibri"/>
            </a:endParaRPr>
          </a:p>
          <a:p>
            <a:pPr marL="925830" marR="709295">
              <a:lnSpc>
                <a:spcPts val="3600"/>
              </a:lnSpc>
              <a:spcBef>
                <a:spcPts val="240"/>
              </a:spcBef>
            </a:pPr>
            <a:endParaRPr lang="en-US" sz="4800" dirty="0">
              <a:cs typeface="Calibri"/>
            </a:endParaRPr>
          </a:p>
          <a:p>
            <a:endParaRPr lang="en-US" sz="4800" b="1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13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CFF3-F3D8-DA87-8729-5EF1CE5A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            </a:t>
            </a:r>
            <a:r>
              <a:rPr lang="en-US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9924F-0512-0C23-9020-508536A8A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7201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employee workforce data using Power BI</a:t>
            </a:r>
          </a:p>
          <a:p>
            <a:r>
              <a:rPr lang="en-US" dirty="0"/>
              <a:t>Monitor key workforce metrics such as Total employees, Average age, Remote % and HQ %</a:t>
            </a:r>
          </a:p>
          <a:p>
            <a:r>
              <a:rPr lang="en-US" dirty="0"/>
              <a:t>Evaluate employee distribution across departments, gender, race and states.</a:t>
            </a:r>
          </a:p>
          <a:p>
            <a:r>
              <a:rPr lang="en-US" dirty="0"/>
              <a:t>Identify hiring trends and workforce patterns.</a:t>
            </a:r>
          </a:p>
          <a:p>
            <a:r>
              <a:rPr lang="en-US" b="1" dirty="0"/>
              <a:t>Generate actionable business insights for strategic HR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07442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174E-F875-2C6B-910E-D40B92C4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1"/>
            <a:ext cx="10515600" cy="939799"/>
          </a:xfrm>
        </p:spPr>
        <p:txBody>
          <a:bodyPr/>
          <a:lstStyle/>
          <a:p>
            <a:r>
              <a:rPr lang="en-US" dirty="0"/>
              <a:t>                  </a:t>
            </a: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</a:rPr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C000D-2516-ABE9-1C4B-D514FE2B8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500"/>
            <a:ext cx="10896600" cy="62230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3800" dirty="0"/>
              <a:t>         </a:t>
            </a:r>
          </a:p>
          <a:p>
            <a:pPr marL="0" indent="0">
              <a:buNone/>
            </a:pPr>
            <a:r>
              <a:rPr lang="en-US" sz="3800" dirty="0"/>
              <a:t>                       </a:t>
            </a:r>
          </a:p>
          <a:p>
            <a:pPr marL="0" indent="0">
              <a:buNone/>
            </a:pPr>
            <a:r>
              <a:rPr lang="en-US" sz="3800" dirty="0"/>
              <a:t>    </a:t>
            </a:r>
            <a:r>
              <a:rPr lang="en-US" sz="11200" dirty="0"/>
              <a:t>📊</a:t>
            </a:r>
            <a:r>
              <a:rPr lang="en-US" sz="3800" dirty="0"/>
              <a:t>    </a:t>
            </a:r>
            <a:r>
              <a:rPr lang="en-US" sz="11200" b="1" dirty="0">
                <a:solidFill>
                  <a:schemeClr val="accent1"/>
                </a:solidFill>
              </a:rPr>
              <a:t>Dataset Overview</a:t>
            </a:r>
          </a:p>
          <a:p>
            <a:r>
              <a:rPr lang="en-US" sz="11200" dirty="0"/>
              <a:t>Total Records : 1000</a:t>
            </a:r>
          </a:p>
          <a:p>
            <a:r>
              <a:rPr lang="en-US" sz="11200" dirty="0"/>
              <a:t>Dataset Type  : HR Employee Data</a:t>
            </a:r>
          </a:p>
          <a:p>
            <a:r>
              <a:rPr lang="en-US" sz="11200" dirty="0"/>
              <a:t>Tool Used        : Power BI</a:t>
            </a:r>
          </a:p>
          <a:p>
            <a:pPr marL="0" indent="0">
              <a:buNone/>
            </a:pPr>
            <a:r>
              <a:rPr lang="en-US" sz="11200" dirty="0"/>
              <a:t> 🔑  </a:t>
            </a:r>
            <a:r>
              <a:rPr lang="en-US" sz="11200" b="1" dirty="0">
                <a:solidFill>
                  <a:schemeClr val="accent1"/>
                </a:solidFill>
              </a:rPr>
              <a:t>Key Employee Attributes </a:t>
            </a:r>
          </a:p>
          <a:p>
            <a:pPr marL="0" indent="0">
              <a:buNone/>
            </a:pPr>
            <a:endParaRPr lang="en-US" sz="9600" b="1" dirty="0">
              <a:solidFill>
                <a:schemeClr val="accent1"/>
              </a:solidFill>
            </a:endParaRPr>
          </a:p>
          <a:p>
            <a:r>
              <a:rPr lang="en-US" sz="9600" dirty="0"/>
              <a:t>Employee ID</a:t>
            </a:r>
          </a:p>
          <a:p>
            <a:r>
              <a:rPr lang="en-US" sz="9600" dirty="0"/>
              <a:t>Age</a:t>
            </a:r>
          </a:p>
          <a:p>
            <a:r>
              <a:rPr lang="en-US" sz="9600" dirty="0"/>
              <a:t>Gender</a:t>
            </a:r>
          </a:p>
          <a:p>
            <a:r>
              <a:rPr lang="en-US" sz="9600" dirty="0"/>
              <a:t>Department</a:t>
            </a:r>
          </a:p>
          <a:p>
            <a:r>
              <a:rPr lang="en-US" sz="9600" dirty="0"/>
              <a:t>Race</a:t>
            </a:r>
          </a:p>
          <a:p>
            <a:r>
              <a:rPr lang="en-US" sz="9600" dirty="0"/>
              <a:t>Location</a:t>
            </a:r>
          </a:p>
          <a:p>
            <a:r>
              <a:rPr lang="en-US" sz="9600" dirty="0"/>
              <a:t>Hire Date</a:t>
            </a:r>
          </a:p>
          <a:p>
            <a:pPr marL="0" indent="0">
              <a:buNone/>
            </a:pPr>
            <a:r>
              <a:rPr lang="en-US" sz="9600" dirty="0"/>
              <a:t>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EE957-BA3F-4BBE-6ADF-84EC2A8165B4}"/>
              </a:ext>
            </a:extLst>
          </p:cNvPr>
          <p:cNvSpPr txBox="1"/>
          <p:nvPr/>
        </p:nvSpPr>
        <p:spPr>
          <a:xfrm>
            <a:off x="7442200" y="37084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E9226-E4D2-C0B5-C03C-5214E39A0A35}"/>
              </a:ext>
            </a:extLst>
          </p:cNvPr>
          <p:cNvSpPr txBox="1"/>
          <p:nvPr/>
        </p:nvSpPr>
        <p:spPr>
          <a:xfrm>
            <a:off x="6870700" y="3429000"/>
            <a:ext cx="43053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  </a:t>
            </a:r>
            <a:r>
              <a:rPr lang="en-US" sz="3600" b="1" dirty="0">
                <a:solidFill>
                  <a:schemeClr val="accent1"/>
                </a:solidFill>
              </a:rPr>
              <a:t>🎯Project Purpose</a:t>
            </a:r>
          </a:p>
          <a:p>
            <a:endParaRPr lang="en-US" b="1" dirty="0"/>
          </a:p>
          <a:p>
            <a:r>
              <a:rPr lang="en-US" sz="2800" dirty="0"/>
              <a:t>📊 Workforce Analysis</a:t>
            </a:r>
          </a:p>
          <a:p>
            <a:r>
              <a:rPr lang="en-US" sz="2800" dirty="0"/>
              <a:t>📈 Hiring Trend Analysis</a:t>
            </a:r>
          </a:p>
          <a:p>
            <a:r>
              <a:rPr lang="en-US" sz="2800" dirty="0"/>
              <a:t>💡 Insight Generation</a:t>
            </a:r>
          </a:p>
          <a:p>
            <a:r>
              <a:rPr lang="en-US" sz="2800" dirty="0"/>
              <a:t>🏢 HR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25053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77CF-86AA-CC38-2C1D-48D7BF23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0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                      </a:t>
            </a:r>
            <a:r>
              <a:rPr lang="en-US" sz="32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Dashboard -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128023-1746-22AA-C709-CA17DC796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300" y="965200"/>
            <a:ext cx="11417300" cy="580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822D5-6E50-8C1C-A061-E8B5B688E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               </a:t>
            </a:r>
            <a:r>
              <a:rPr lang="en-US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Workforce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59AD5D-7094-E6C5-3C2E-58062F6D9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400" y="1193800"/>
            <a:ext cx="115697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5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54BE-A1A3-C4EC-D875-931DDA9B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454"/>
          </a:xfrm>
        </p:spPr>
        <p:txBody>
          <a:bodyPr/>
          <a:lstStyle/>
          <a:p>
            <a:r>
              <a:rPr lang="en-US" b="1" dirty="0"/>
              <a:t>                      </a:t>
            </a:r>
            <a:r>
              <a:rPr lang="en-US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HR KPI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7603-1990-0FE3-7F4E-BB9BE1FF3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5580"/>
            <a:ext cx="12382500" cy="5782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</a:t>
            </a:r>
            <a:r>
              <a:rPr lang="en-US" sz="3600" b="1" dirty="0">
                <a:solidFill>
                  <a:schemeClr val="accent1"/>
                </a:solidFill>
              </a:rPr>
              <a:t>KPI Summary</a:t>
            </a:r>
          </a:p>
          <a:p>
            <a:r>
              <a:rPr lang="en-US" dirty="0"/>
              <a:t>Total Workforce                 : 1000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Average Employee Age    : 38.5 Years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Remote Workforce            : 25%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HQ Workforce                     : 75%                    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CF087-61C8-D822-86D2-4D7BB6063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476343"/>
            <a:ext cx="2578100" cy="1141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7D7761-24DC-7477-25F1-6F518868D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894704"/>
            <a:ext cx="2578100" cy="1141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A9679-2A92-B5E8-89DD-EB86B0B42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0" y="4313065"/>
            <a:ext cx="2578100" cy="95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0068B3-D193-9DD7-9AD7-50E8C5F43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850" y="5498219"/>
            <a:ext cx="2635250" cy="114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072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FE207-DFBE-DB5C-0271-AC90663B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47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3200" dirty="0">
                <a:solidFill>
                  <a:schemeClr val="accent1"/>
                </a:solidFill>
                <a:latin typeface="Arial Black" panose="020B0A04020102020204" pitchFamily="34" charset="0"/>
              </a:rPr>
              <a:t>Department-Wise Employee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81F382-BF80-E42B-DC2B-804E0A646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33500"/>
            <a:ext cx="10121900" cy="3632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4C2BA2E-8A4D-6C78-B5A8-E652EC07E908}"/>
              </a:ext>
            </a:extLst>
          </p:cNvPr>
          <p:cNvSpPr txBox="1"/>
          <p:nvPr/>
        </p:nvSpPr>
        <p:spPr>
          <a:xfrm>
            <a:off x="1206500" y="5143500"/>
            <a:ext cx="7073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💡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Engineering department has the highest workforce (306 employees).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Accounting department ranks second in workforce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Auditing department has the lowest employee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employees are concentrated in technical and business-related departments.</a:t>
            </a:r>
          </a:p>
        </p:txBody>
      </p:sp>
    </p:spTree>
    <p:extLst>
      <p:ext uri="{BB962C8B-B14F-4D97-AF65-F5344CB8AC3E}">
        <p14:creationId xmlns:p14="http://schemas.microsoft.com/office/powerpoint/2010/main" val="3014094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09915-9847-24ED-30B4-056E41390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1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           </a:t>
            </a:r>
            <a:r>
              <a:rPr lang="en-US" sz="36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DD08B-8E0E-7493-F98B-F8F77846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55700"/>
            <a:ext cx="11417300" cy="56007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  </a:t>
            </a:r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Conclusion</a:t>
            </a:r>
          </a:p>
          <a:p>
            <a:r>
              <a:rPr lang="en-US" dirty="0"/>
              <a:t>HR Analytics Dashboard was developed using Power BI to analyze employee workforce data</a:t>
            </a:r>
          </a:p>
          <a:p>
            <a:r>
              <a:rPr lang="en-US" dirty="0"/>
              <a:t>The organization consists of 1,000 employees with an average age of 38.5 years</a:t>
            </a:r>
          </a:p>
          <a:p>
            <a:r>
              <a:rPr lang="en-US" dirty="0"/>
              <a:t>Engineering has the highest employee count among all departments</a:t>
            </a:r>
          </a:p>
          <a:p>
            <a:r>
              <a:rPr lang="en-US" dirty="0"/>
              <a:t>.Ohio has the highest workforce concentration</a:t>
            </a:r>
          </a:p>
          <a:p>
            <a:r>
              <a:rPr lang="en-US" dirty="0"/>
              <a:t>The dashboard supports data-driven HR decision-making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Recommendations</a:t>
            </a:r>
          </a:p>
          <a:p>
            <a:r>
              <a:rPr lang="en-US" dirty="0"/>
              <a:t>Improve workforce diversity and inclusion initiatives</a:t>
            </a:r>
          </a:p>
          <a:p>
            <a:r>
              <a:rPr lang="en-US" dirty="0"/>
              <a:t>Strengthen remote employee engagement programs</a:t>
            </a:r>
          </a:p>
          <a:p>
            <a:r>
              <a:rPr lang="en-US" dirty="0"/>
              <a:t>Focus on workforce planning for growing departments</a:t>
            </a:r>
          </a:p>
          <a:p>
            <a:r>
              <a:rPr lang="en-US" dirty="0"/>
              <a:t>.Use hiring trend analysis for future recruitment strategies</a:t>
            </a:r>
          </a:p>
        </p:txBody>
      </p:sp>
    </p:spTree>
    <p:extLst>
      <p:ext uri="{BB962C8B-B14F-4D97-AF65-F5344CB8AC3E}">
        <p14:creationId xmlns:p14="http://schemas.microsoft.com/office/powerpoint/2010/main" val="4240019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C355-1908-8D43-A788-EE11622B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/>
          <a:lstStyle/>
          <a:p>
            <a:r>
              <a:rPr lang="en-US" dirty="0"/>
              <a:t>           </a:t>
            </a:r>
            <a:r>
              <a:rPr lang="en-US" sz="36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Project Challenges &amp; Solutions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662F-76C6-D0BB-8B66-06F0083B1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9400"/>
            <a:ext cx="12192000" cy="5308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Challenge      </a:t>
            </a:r>
            <a:r>
              <a:rPr lang="en-US" dirty="0"/>
              <a:t>: Understanding the HR dataset structure and attributes.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Solution         </a:t>
            </a:r>
            <a:r>
              <a:rPr lang="en-US" dirty="0"/>
              <a:t>: Analyzed all columns and identified relevant fields for workforce analysis.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Challenge      </a:t>
            </a:r>
            <a:r>
              <a:rPr lang="en-US" dirty="0"/>
              <a:t>: Creating meaningful KPI metrics.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Solution         </a:t>
            </a:r>
            <a:r>
              <a:rPr lang="en-US" b="1" dirty="0"/>
              <a:t>:</a:t>
            </a:r>
            <a:r>
              <a:rPr lang="en-US" dirty="0"/>
              <a:t> Developed measures for Total Employees, Average Age,</a:t>
            </a:r>
          </a:p>
          <a:p>
            <a:pPr marL="0" indent="0">
              <a:buNone/>
            </a:pPr>
            <a:r>
              <a:rPr lang="en-US" dirty="0"/>
              <a:t>                              Remote Workforce %, and HQ Workforce %.</a:t>
            </a:r>
          </a:p>
          <a:p>
            <a:r>
              <a:rPr lang="en-US" b="1" dirty="0">
                <a:solidFill>
                  <a:schemeClr val="accent1"/>
                </a:solidFill>
              </a:rPr>
              <a:t>Challenge      </a:t>
            </a:r>
            <a:r>
              <a:rPr lang="en-US" dirty="0"/>
              <a:t>: Selecting appropriate visualizations.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Solution         </a:t>
            </a:r>
            <a:r>
              <a:rPr lang="en-US" dirty="0"/>
              <a:t>: Used line charts, donut charts, bar charts, and KPI cards based on  </a:t>
            </a:r>
          </a:p>
          <a:p>
            <a:pPr marL="0" indent="0">
              <a:buNone/>
            </a:pPr>
            <a:r>
              <a:rPr lang="en-US" dirty="0"/>
              <a:t>                              business requirements.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Challenge      </a:t>
            </a:r>
            <a:r>
              <a:rPr lang="en-US" dirty="0"/>
              <a:t>: Deriving actionable business insights.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Solution         </a:t>
            </a:r>
            <a:r>
              <a:rPr lang="en-US" b="1" dirty="0"/>
              <a:t>:</a:t>
            </a:r>
            <a:r>
              <a:rPr lang="en-US" dirty="0"/>
              <a:t> Analyzed workforce distribution, hiring trends, and diversity metrics.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Challenge      </a:t>
            </a:r>
            <a:r>
              <a:rPr lang="en-US" dirty="0"/>
              <a:t>: Designing a user-friendly dashboard </a:t>
            </a:r>
          </a:p>
          <a:p>
            <a:r>
              <a:rPr lang="en-US" b="1" dirty="0">
                <a:solidFill>
                  <a:schemeClr val="accent1"/>
                </a:solidFill>
              </a:rPr>
              <a:t>Solution         </a:t>
            </a:r>
            <a:r>
              <a:rPr lang="en-US" dirty="0"/>
              <a:t>: </a:t>
            </a:r>
            <a:r>
              <a:rPr lang="en-US" b="1" dirty="0"/>
              <a:t>Created a clean and interactive dashboard for HR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14882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4FA4-4CA5-44C6-745C-1D9AA344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               </a:t>
            </a:r>
            <a:r>
              <a:rPr lang="en-US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40C63-D8C9-E30F-BBA5-5C3451DCA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33775"/>
          </a:xfrm>
        </p:spPr>
        <p:txBody>
          <a:bodyPr>
            <a:normAutofit/>
          </a:bodyPr>
          <a:lstStyle/>
          <a:p>
            <a:r>
              <a:rPr lang="en-US" sz="4000" dirty="0"/>
              <a:t>Power BI Dashboard Development</a:t>
            </a:r>
          </a:p>
          <a:p>
            <a:r>
              <a:rPr lang="en-US" sz="4000" dirty="0"/>
              <a:t>KPI Creation using DAX Measures</a:t>
            </a:r>
          </a:p>
          <a:p>
            <a:r>
              <a:rPr lang="en-US" sz="4000" dirty="0"/>
              <a:t>Data Visualization Techniques</a:t>
            </a:r>
          </a:p>
          <a:p>
            <a:r>
              <a:rPr lang="en-US" sz="4000" dirty="0"/>
              <a:t>Workforce Analytics &amp; Insights</a:t>
            </a:r>
          </a:p>
          <a:p>
            <a:r>
              <a:rPr lang="en-US" sz="4000" dirty="0"/>
              <a:t>HR Decision Support Reporting</a:t>
            </a:r>
          </a:p>
        </p:txBody>
      </p:sp>
    </p:spTree>
    <p:extLst>
      <p:ext uri="{BB962C8B-B14F-4D97-AF65-F5344CB8AC3E}">
        <p14:creationId xmlns:p14="http://schemas.microsoft.com/office/powerpoint/2010/main" val="411158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B4D95-A8BE-C135-3434-0B0C827A4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41400"/>
            <a:ext cx="10972800" cy="58166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</a:t>
            </a:r>
            <a:r>
              <a:rPr lang="en-US" sz="66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Thank You …!!!</a:t>
            </a:r>
          </a:p>
        </p:txBody>
      </p:sp>
    </p:spTree>
    <p:extLst>
      <p:ext uri="{BB962C8B-B14F-4D97-AF65-F5344CB8AC3E}">
        <p14:creationId xmlns:p14="http://schemas.microsoft.com/office/powerpoint/2010/main" val="117469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442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Arial Rounded MT Bold</vt:lpstr>
      <vt:lpstr>Calibri</vt:lpstr>
      <vt:lpstr>Calibri Light</vt:lpstr>
      <vt:lpstr>Office Theme</vt:lpstr>
      <vt:lpstr>HR Analytics Dashboard</vt:lpstr>
      <vt:lpstr>            Project Overview </vt:lpstr>
      <vt:lpstr>                  Dataset Information</vt:lpstr>
      <vt:lpstr>                       Dashboard - Overview</vt:lpstr>
      <vt:lpstr>               Workforce Insights</vt:lpstr>
      <vt:lpstr>                      HR KPI Metrics</vt:lpstr>
      <vt:lpstr> Department-Wise Employee Distribution</vt:lpstr>
      <vt:lpstr>           Conclusion &amp; Recommendations</vt:lpstr>
      <vt:lpstr>           Project Challenges &amp; Solutions </vt:lpstr>
      <vt:lpstr>               Key Learnings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15</cp:revision>
  <dcterms:created xsi:type="dcterms:W3CDTF">2026-06-22T11:02:23Z</dcterms:created>
  <dcterms:modified xsi:type="dcterms:W3CDTF">2026-06-22T13:56:01Z</dcterms:modified>
</cp:coreProperties>
</file>